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004C99"/>
                </a:solidFill>
                <a:latin typeface="Arial"/>
              </a:defRPr>
            </a:pPr>
            <a:r>
              <a:t>Website Đặt Lịch Khám Bệnh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4C99"/>
                </a:solidFill>
                <a:latin typeface="Arial"/>
              </a:defRPr>
            </a:pPr>
            <a:r>
              <a:t>Nhóm 1 – Bùi Tuấn Kiệt</a:t>
            </a:r>
            <a:br/>
            <a:r>
              <a:t>Ngày thực hiện: 26/04/2025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3366"/>
                </a:solidFill>
                <a:latin typeface="Arial"/>
              </a:defRPr>
            </a:pPr>
            <a:r>
              <a:t>Giới thiệu đề tài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Arial"/>
              </a:defRPr>
            </a:pPr>
            <a:r>
              <a:t>• Nhu cầu khám bệnh online ngày càng phổ biến.</a:t>
            </a:r>
          </a:p>
          <a:p>
            <a:pPr>
              <a:defRPr sz="2400">
                <a:latin typeface="Arial"/>
              </a:defRPr>
            </a:pPr>
            <a:r>
              <a:t>• Giảm thời gian chờ đợi, tối ưu hóa quy trình khám chữa bệnh.</a:t>
            </a:r>
          </a:p>
          <a:p>
            <a:pPr>
              <a:defRPr sz="2400">
                <a:latin typeface="Arial"/>
              </a:defRPr>
            </a:pPr>
            <a:r>
              <a:t>• Xây dựng hệ thống hỗ trợ bệnh nhân chủ động đặt lịch.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3366"/>
                </a:solidFill>
                <a:latin typeface="Arial"/>
              </a:defRPr>
            </a:pPr>
            <a:r>
              <a:t>Mục tiêu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Arial"/>
              </a:defRPr>
            </a:pPr>
            <a:r>
              <a:t>• Tạo hệ thống đặt lịch nhanh chóng, chính xác.</a:t>
            </a:r>
          </a:p>
          <a:p>
            <a:pPr>
              <a:defRPr sz="2400">
                <a:latin typeface="Arial"/>
              </a:defRPr>
            </a:pPr>
            <a:r>
              <a:t>• Quản lý thông tin bệnh nhân, bác sĩ, lịch khám.</a:t>
            </a:r>
          </a:p>
          <a:p>
            <a:pPr>
              <a:defRPr sz="2400">
                <a:latin typeface="Arial"/>
              </a:defRPr>
            </a:pPr>
            <a:r>
              <a:t>• Giao diện thân thiện, dễ sử dụng trên mọi thiết bị.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3366"/>
                </a:solidFill>
                <a:latin typeface="Arial"/>
              </a:defRPr>
            </a:pPr>
            <a:r>
              <a:t>Phạm vi thực hiện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Arial"/>
              </a:defRPr>
            </a:pPr>
            <a:r>
              <a:t>• Đối tượng: Bệnh nhân, Bác sĩ, Nhân viên bệnh viện.</a:t>
            </a:r>
          </a:p>
          <a:p>
            <a:pPr>
              <a:defRPr sz="2400">
                <a:latin typeface="Arial"/>
              </a:defRPr>
            </a:pPr>
            <a:r>
              <a:t>• Chức năng: Đăng ký, Đặt lịch khám, Quản lý lịch, Xác nhận lịch hẹn.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3366"/>
                </a:solidFill>
                <a:latin typeface="Arial"/>
              </a:defRPr>
            </a:pPr>
            <a:r>
              <a:t>Công nghệ sử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Arial"/>
              </a:defRPr>
            </a:pPr>
            <a:r>
              <a:t>• HTML5, CSS3, JavaScript (Frontend).</a:t>
            </a:r>
          </a:p>
          <a:p>
            <a:pPr>
              <a:defRPr sz="2400">
                <a:latin typeface="Arial"/>
              </a:defRPr>
            </a:pPr>
            <a:r>
              <a:t>• Node.js (Backend server).</a:t>
            </a:r>
          </a:p>
          <a:p>
            <a:pPr>
              <a:defRPr sz="2400">
                <a:latin typeface="Arial"/>
              </a:defRPr>
            </a:pPr>
            <a:r>
              <a:t>• SQL Server (Cơ sở dữ liệu).</a:t>
            </a:r>
          </a:p>
          <a:p>
            <a:pPr>
              <a:defRPr sz="2400">
                <a:latin typeface="Arial"/>
              </a:defRPr>
            </a:pPr>
            <a:r>
              <a:t>• Bootstrap 4, jQuery, DataTables.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3366"/>
                </a:solidFill>
                <a:latin typeface="Arial"/>
              </a:defRPr>
            </a:pPr>
            <a:r>
              <a:t>Sơ đồ tổng quan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Arial"/>
              </a:defRPr>
            </a:pPr>
            <a:r>
              <a:t>• Người dùng -&gt; Website -&gt; Server Node.js -&gt; Cơ sở dữ liệu SQL Server.</a:t>
            </a:r>
          </a:p>
          <a:p>
            <a:pPr>
              <a:defRPr sz="2400">
                <a:latin typeface="Arial"/>
              </a:defRPr>
            </a:pPr>
            <a:r>
              <a:t>• Các đối tượng: Bệnh nhân, Bác sĩ, Quản trị viên.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3366"/>
                </a:solidFill>
                <a:latin typeface="Arial"/>
              </a:defRPr>
            </a:pPr>
            <a:r>
              <a:t>Giao diện Trang chủ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Arial"/>
              </a:defRPr>
            </a:pPr>
            <a:r>
              <a:t>• Hiển thị thông tin giới thiệu bệnh viện.</a:t>
            </a:r>
          </a:p>
          <a:p>
            <a:pPr>
              <a:defRPr sz="2400">
                <a:latin typeface="Arial"/>
              </a:defRPr>
            </a:pPr>
            <a:r>
              <a:t>• Các nút truy cập nhanh: Đăng nhập, Đăng ký, Liên hệ.</a:t>
            </a:r>
          </a:p>
          <a:p>
            <a:pPr>
              <a:defRPr sz="2400">
                <a:latin typeface="Arial"/>
              </a:defRPr>
            </a:pPr>
            <a:r>
              <a:t>• Thiết kế thân thiện, dễ sử dụng.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3366"/>
                </a:solidFill>
                <a:latin typeface="Arial"/>
              </a:defRPr>
            </a:pPr>
            <a:r>
              <a:t>Giao diện Đặt lịch khám bệnh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Arial"/>
              </a:defRPr>
            </a:pPr>
            <a:r>
              <a:t>• Nhập triệu chứng cần khám.</a:t>
            </a:r>
          </a:p>
          <a:p>
            <a:pPr>
              <a:defRPr sz="2400">
                <a:latin typeface="Arial"/>
              </a:defRPr>
            </a:pPr>
            <a:r>
              <a:t>• Chọn thời gian phù hợp.</a:t>
            </a:r>
          </a:p>
          <a:p>
            <a:pPr>
              <a:defRPr sz="2400">
                <a:latin typeface="Arial"/>
              </a:defRPr>
            </a:pPr>
            <a:r>
              <a:t>• Gửi yêu cầu xác nhận lịch hẹn.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3366"/>
                </a:solidFill>
                <a:latin typeface="Arial"/>
              </a:defRPr>
            </a:pPr>
            <a:r>
              <a:t>Giao diện Admin – Quản lý bệnh nhân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Arial"/>
              </a:defRPr>
            </a:pPr>
            <a:r>
              <a:t>• Xem danh sách bệnh nhân.</a:t>
            </a:r>
          </a:p>
          <a:p>
            <a:pPr>
              <a:defRPr sz="2400">
                <a:latin typeface="Arial"/>
              </a:defRPr>
            </a:pPr>
            <a:r>
              <a:t>• Thêm mới, chỉnh sửa, xoá thông tin bệnh nhân.</a:t>
            </a:r>
          </a:p>
          <a:p>
            <a:pPr>
              <a:defRPr sz="2400">
                <a:latin typeface="Arial"/>
              </a:defRPr>
            </a:pPr>
            <a:r>
              <a:t>• Tìm kiếm theo tên hoặc số điện thoại.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3366"/>
                </a:solidFill>
                <a:latin typeface="Arial"/>
              </a:defRPr>
            </a:pPr>
            <a:r>
              <a:t>Giao diện Admin – Quản lý bác sĩ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Arial"/>
              </a:defRPr>
            </a:pPr>
            <a:r>
              <a:t>• Xem danh sách bác sĩ.</a:t>
            </a:r>
          </a:p>
          <a:p>
            <a:pPr>
              <a:defRPr sz="2400">
                <a:latin typeface="Arial"/>
              </a:defRPr>
            </a:pPr>
            <a:r>
              <a:t>• Quản lý chuyên khoa, kinh nghiệm, email bác sĩ.</a:t>
            </a:r>
          </a:p>
          <a:p>
            <a:pPr>
              <a:defRPr sz="2400">
                <a:latin typeface="Arial"/>
              </a:defRPr>
            </a:pPr>
            <a:r>
              <a:t>• Chỉnh sửa, cập nhật thông tin.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3366"/>
                </a:solidFill>
                <a:latin typeface="Arial"/>
              </a:defRPr>
            </a:pPr>
            <a:r>
              <a:t>Kết quả đạt được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Arial"/>
              </a:defRPr>
            </a:pPr>
            <a:r>
              <a:t>• Website hoạt động ổn định.</a:t>
            </a:r>
          </a:p>
          <a:p>
            <a:pPr>
              <a:defRPr sz="2400">
                <a:latin typeface="Arial"/>
              </a:defRPr>
            </a:pPr>
            <a:r>
              <a:t>• Đáp ứng đầy đủ chức năng đặt lịch khám.</a:t>
            </a:r>
          </a:p>
          <a:p>
            <a:pPr>
              <a:defRPr sz="2400">
                <a:latin typeface="Arial"/>
              </a:defRPr>
            </a:pPr>
            <a:r>
              <a:t>• Cơ sở dữ liệu tổ chức hợp lý, bảo mật tốt.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03366"/>
                </a:solidFill>
                <a:latin typeface="Arial"/>
              </a:defRPr>
            </a:pPr>
            <a:r>
              <a:t>Hướng phát triển tương 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latin typeface="Arial"/>
              </a:defRPr>
            </a:pPr>
            <a:r>
              <a:t>• Thêm tính năng thanh toán trực tuyến.</a:t>
            </a:r>
          </a:p>
          <a:p>
            <a:pPr>
              <a:defRPr sz="2400">
                <a:latin typeface="Arial"/>
              </a:defRPr>
            </a:pPr>
            <a:r>
              <a:t>• Tích hợp gửi SMS/E-mail nhắc lịch.</a:t>
            </a:r>
          </a:p>
          <a:p>
            <a:pPr>
              <a:defRPr sz="2400">
                <a:latin typeface="Arial"/>
              </a:defRPr>
            </a:pPr>
            <a:r>
              <a:t>• Mở rộng hệ thống kết nối nhiều bệnh viện.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