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68C"/>
                </a:solidFill>
                <a:latin typeface="Arial" panose="020B0604020202020204"/>
              </a:defRPr>
            </a:pPr>
            <a:r>
              <a:t>Website Đặt Lịch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468C"/>
                </a:solidFill>
                <a:latin typeface="Arial" panose="020B0604020202020204"/>
              </a:defRPr>
            </a:pPr>
            <a:r>
              <a:t>Nhóm 1 – Bùi Tuấn Kiệt</a:t>
            </a:r>
            <a:br/>
            <a:r>
              <a:t>Ngày thực hiện: 26/04/2025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948680" cy="147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Nhu cầu khám bệnh online gia tăng</a:t>
            </a:r>
            <a:r>
              <a:rPr lang="en-US"/>
              <a:t>:</a:t>
            </a:r>
          </a:p>
          <a:p>
            <a:pPr>
              <a:defRPr sz="2400">
                <a:latin typeface="Arial" panose="020B0604020202020204"/>
              </a:defRPr>
            </a:pPr>
            <a:r>
              <a:t>• Tiết kiệm thời gian, giảm tải bệnh viện.</a:t>
            </a:r>
          </a:p>
          <a:p>
            <a:pPr>
              <a:defRPr sz="2400">
                <a:latin typeface="Arial" panose="020B0604020202020204"/>
              </a:defRPr>
            </a:pPr>
            <a:r>
              <a:t>• Xây dựng hệ thống đặt lịch nhanh chóng.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Mục tiêu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Nền tảng đặt lịch linh hoạt.</a:t>
            </a:r>
          </a:p>
          <a:p>
            <a:pPr>
              <a:defRPr sz="2400">
                <a:latin typeface="Arial" panose="020B0604020202020204"/>
              </a:defRPr>
            </a:pPr>
            <a:r>
              <a:t>• Quản lý bệnh nhân, bác sĩ, dịch vụ.</a:t>
            </a:r>
          </a:p>
          <a:p>
            <a:pPr>
              <a:defRPr sz="2400">
                <a:latin typeface="Arial" panose="020B0604020202020204"/>
              </a:defRPr>
            </a:pPr>
            <a:r>
              <a:t>• Quy trình khám chữa bệnh tối ưu.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Phạm vi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Đối tượng: Bệnh nhân, bác sĩ, nhân viên y tế.</a:t>
            </a:r>
          </a:p>
          <a:p>
            <a:pPr>
              <a:defRPr sz="2400">
                <a:latin typeface="Arial" panose="020B0604020202020204"/>
              </a:defRPr>
            </a:pPr>
            <a:r>
              <a:t>• Chức năng: Đăng nhập, đặt lịch, quản lý lịch.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Frontend: HTML5, CSS3, JavaScript.</a:t>
            </a:r>
          </a:p>
          <a:p>
            <a:pPr>
              <a:defRPr sz="2400">
                <a:latin typeface="Arial" panose="020B0604020202020204"/>
              </a:defRPr>
            </a:pPr>
            <a:r>
              <a:t>• Backend: Node.js.</a:t>
            </a:r>
          </a:p>
          <a:p>
            <a:pPr>
              <a:defRPr sz="2400">
                <a:latin typeface="Arial" panose="020B0604020202020204"/>
              </a:defRPr>
            </a:pPr>
            <a:r>
              <a:t>• Database: SQL Server.</a:t>
            </a:r>
          </a:p>
          <a:p>
            <a:pPr>
              <a:defRPr sz="2400">
                <a:latin typeface="Arial" panose="020B0604020202020204"/>
              </a:defRPr>
            </a:pPr>
            <a:r>
              <a:t>• Thư viện: Bootstrap, jQuery, DataTables.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Sơ đồ tổng quan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Người dùng -&gt; Website -&gt; Server Node.js -&gt; SQL Server.</a:t>
            </a:r>
          </a:p>
          <a:p>
            <a:pPr>
              <a:defRPr sz="2400">
                <a:latin typeface="Arial" panose="020B0604020202020204"/>
              </a:defRPr>
            </a:pPr>
            <a:r>
              <a:t>• Các đối tượng: Bệnh nhân, Bác sĩ,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Giao diện Trang chủ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Hiển thị thông tin bệnh viện.</a:t>
            </a:r>
          </a:p>
          <a:p>
            <a:pPr>
              <a:defRPr sz="2400">
                <a:latin typeface="Arial" panose="020B0604020202020204"/>
              </a:defRPr>
            </a:pPr>
            <a:r>
              <a:t>• Đăng nhập, đăng ký nhanh.</a:t>
            </a:r>
          </a:p>
          <a:p>
            <a:pPr>
              <a:defRPr sz="2400">
                <a:latin typeface="Arial" panose="020B0604020202020204"/>
              </a:defRPr>
            </a:pPr>
            <a:r>
              <a:t>• Giao diện thân thiện.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Giao diện Đặt lịch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Nhập triệu chứng cần khám.</a:t>
            </a:r>
          </a:p>
          <a:p>
            <a:pPr>
              <a:defRPr sz="2400">
                <a:latin typeface="Arial" panose="020B0604020202020204"/>
              </a:defRPr>
            </a:pPr>
            <a:r>
              <a:t>• Chọn thời gian khám phù hợp.</a:t>
            </a:r>
          </a:p>
          <a:p>
            <a:pPr>
              <a:defRPr sz="2400">
                <a:latin typeface="Arial" panose="020B0604020202020204"/>
              </a:defRPr>
            </a:pPr>
            <a:r>
              <a:t>• Xác nhận và gửi yêu cầu.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Giao diện Admin – Quản lý bệnh nhân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Danh sách bệnh nhân.</a:t>
            </a:r>
          </a:p>
          <a:p>
            <a:pPr>
              <a:defRPr sz="2400">
                <a:latin typeface="Arial" panose="020B0604020202020204"/>
              </a:defRPr>
            </a:pPr>
            <a:r>
              <a:t>• Thêm, sửa, xoá thông tin.</a:t>
            </a:r>
          </a:p>
          <a:p>
            <a:pPr>
              <a:defRPr sz="2400">
                <a:latin typeface="Arial" panose="020B0604020202020204"/>
              </a:defRPr>
            </a:pPr>
            <a:r>
              <a:t>• Tìm kiếm theo tên, số điện thoại.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Giao diện Admin – Quản lý bác sĩ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Danh sách bác sĩ.</a:t>
            </a:r>
          </a:p>
          <a:p>
            <a:pPr>
              <a:defRPr sz="2400">
                <a:latin typeface="Arial" panose="020B0604020202020204"/>
              </a:defRPr>
            </a:pPr>
            <a:r>
              <a:t>• Quản lý chuyên khoa, kinh nghiệm.</a:t>
            </a:r>
          </a:p>
          <a:p>
            <a:pPr>
              <a:defRPr sz="2400">
                <a:latin typeface="Arial" panose="020B0604020202020204"/>
              </a:defRPr>
            </a:pPr>
            <a:r>
              <a:t>• Thêm, sửa, cập nhật.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Website hoạt động ổn định.</a:t>
            </a:r>
          </a:p>
          <a:p>
            <a:pPr>
              <a:defRPr sz="2400">
                <a:latin typeface="Arial" panose="020B0604020202020204"/>
              </a:defRPr>
            </a:pPr>
            <a:r>
              <a:t>• Giao diện dễ sử dụng.</a:t>
            </a:r>
          </a:p>
          <a:p>
            <a:pPr>
              <a:defRPr sz="2400">
                <a:latin typeface="Arial" panose="020B0604020202020204"/>
              </a:defRPr>
            </a:pPr>
            <a:r>
              <a:t>• Cơ sở dữ liệu logic, bảo mật.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 panose="020B0604020202020204"/>
              </a:defRPr>
            </a:pPr>
            <a:r>
              <a:t>Hướng phát triển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 panose="020B0604020202020204"/>
              </a:defRPr>
            </a:pPr>
            <a:r>
              <a:t>• Tích hợp thanh toán online.</a:t>
            </a:r>
          </a:p>
          <a:p>
            <a:pPr>
              <a:defRPr sz="2400">
                <a:latin typeface="Arial" panose="020B0604020202020204"/>
              </a:defRPr>
            </a:pPr>
            <a:r>
              <a:t>• Gửi SMS/E-mail nhắc lịch.</a:t>
            </a:r>
          </a:p>
          <a:p>
            <a:pPr>
              <a:defRPr sz="2400">
                <a:latin typeface="Arial" panose="020B0604020202020204"/>
              </a:defRPr>
            </a:pPr>
            <a:r>
              <a:t>• Kết nối nhiều bệnh viện.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WPS Slides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Kiet Bui</cp:lastModifiedBy>
  <cp:revision>2</cp:revision>
  <dcterms:created xsi:type="dcterms:W3CDTF">2013-01-27T09:14:00Z</dcterms:created>
  <dcterms:modified xsi:type="dcterms:W3CDTF">2025-04-27T01:28:36Z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A67BDF9D612D442891B3098E8AF54D3F_12</vt:lpwstr>
  </property>
  <property fmtid="{D5CDD505-2E9C-101B-9397-08002B2CF9AE}" pid="3" name="KSOProductBuildVer">
    <vt:lpwstr>1033-12.2.0.20795</vt:lpwstr>
  </property>
</Properties>
</file>