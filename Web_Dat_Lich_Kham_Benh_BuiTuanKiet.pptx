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Website Đặt Lịch Khám Bệnh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Nhóm 1 – Bùi Tuấn Kiệt</a:t>
            </a:r>
          </a:p>
          <a:p>
            <a:r>
              <a:t>Ngày thực hiện: 26/04/2025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thiệu đề tài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Nhu cầu đặt lịch khám bệnh online ngày càng tăng.</a:t>
            </a:r>
          </a:p>
          <a:p>
            <a:pPr>
              <a:defRPr sz="2000"/>
            </a:pPr>
            <a:r>
              <a:t>Website hỗ trợ bệnh nhân chủ động chọn lịch khám.</a:t>
            </a:r>
          </a:p>
          <a:p>
            <a:pPr>
              <a:defRPr sz="2000"/>
            </a:pPr>
            <a:r>
              <a:t>Giảm thiểu thời gian chờ đợi tại bệnh viện.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Mục tiêu dự 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Xây dựng hệ thống đặt lịch khám tiện lợi.</a:t>
            </a:r>
          </a:p>
          <a:p>
            <a:pPr>
              <a:defRPr sz="2000"/>
            </a:pPr>
            <a:r>
              <a:t>Quản lý thông tin bệnh nhân, bác sĩ, dịch vụ y tế.</a:t>
            </a:r>
          </a:p>
          <a:p>
            <a:pPr>
              <a:defRPr sz="2000"/>
            </a:pPr>
            <a:r>
              <a:t>Giảm tải cho bệnh viện, tiết kiệm thời gian.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Phạm vi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Đối tượng sử dụng: Bệnh nhân, Bác sĩ, Nhân viên y tế.</a:t>
            </a:r>
          </a:p>
          <a:p>
            <a:pPr>
              <a:defRPr sz="2000"/>
            </a:pPr>
            <a:r>
              <a:t>Chức năng: Đặt lịch khám, quản lý bệnh nhân, xác nhận lịch hẹn.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Công nghệ sử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Frontend: HTML, CSS, JavaScript.</a:t>
            </a:r>
          </a:p>
          <a:p>
            <a:pPr>
              <a:defRPr sz="2000"/>
            </a:pPr>
            <a:r>
              <a:t>Backend: Node.js.</a:t>
            </a:r>
          </a:p>
          <a:p>
            <a:pPr>
              <a:defRPr sz="2000"/>
            </a:pPr>
            <a:r>
              <a:t>Database: SQL Server.</a:t>
            </a:r>
          </a:p>
          <a:p>
            <a:pPr>
              <a:defRPr sz="2000"/>
            </a:pPr>
            <a:r>
              <a:t>Thư viện: Bootstrap, jQuery, DataTables.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Sơ đồ tổng quan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Người dùng -&gt; Website -&gt; Cơ sở dữ liệu.</a:t>
            </a:r>
          </a:p>
          <a:p>
            <a:pPr>
              <a:defRPr sz="2000"/>
            </a:pPr>
            <a:r>
              <a:t>Các đối tượng: Bệnh nhân, Bác sĩ, Quản trị viên.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 Trang chủ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Hiển thị thông tin bệnh viện, dịch vụ, bác sĩ.</a:t>
            </a:r>
          </a:p>
          <a:p>
            <a:pPr>
              <a:defRPr sz="2000"/>
            </a:pPr>
            <a:r>
              <a:t>Các chức năng: Đăng nhập, Đăng ký, Liên hệ.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 Đặt lịch khám bệnh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Nhập triệu chứng, chọn thời gian khám.</a:t>
            </a:r>
          </a:p>
          <a:p>
            <a:pPr>
              <a:defRPr sz="2000"/>
            </a:pPr>
            <a:r>
              <a:t>Xác nhận thông tin lịch hẹn.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 Admin – Quản lý bệnh nhân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Danh sách bệnh nhân, thêm mới, chỉnh sửa, xoá.</a:t>
            </a:r>
          </a:p>
          <a:p>
            <a:pPr>
              <a:defRPr sz="2000"/>
            </a:pPr>
            <a:r>
              <a:t>Tìm kiếm bệnh nhân theo tên hoặc số điện thoại.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Giao diện Admin – Quản lý bác sĩ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Danh sách bác sĩ, thêm mới, chỉnh sửa, xoá.</a:t>
            </a:r>
          </a:p>
          <a:p>
            <a:pPr>
              <a:defRPr sz="2000"/>
            </a:pPr>
            <a:r>
              <a:t>Quản lý chuyên khoa, kinh nghiệm, thông tin cá nhân.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đạt được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Website hoạt động ổn định, giao diện thân thiện.</a:t>
            </a:r>
          </a:p>
          <a:p>
            <a:pPr>
              <a:defRPr sz="2000"/>
            </a:pPr>
            <a:r>
              <a:t>Chức năng đặt lịch, quản lý dữ liệu đầy đủ.</a:t>
            </a:r>
          </a:p>
          <a:p>
            <a:pPr>
              <a:defRPr sz="2000"/>
            </a:pPr>
            <a:r>
              <a:t>Cơ sở dữ liệu khoa học, dễ dàng mở rộng.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Hướng phát triển tương lai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Thêm chức năng thanh toán trực tuyến.</a:t>
            </a:r>
          </a:p>
          <a:p>
            <a:pPr>
              <a:defRPr sz="2000"/>
            </a:pPr>
            <a:r>
              <a:t>Gửi thông báo SMS/E-mail nhắc lịch khám.</a:t>
            </a:r>
          </a:p>
          <a:p>
            <a:pPr>
              <a:defRPr sz="2000"/>
            </a:pPr>
            <a:r>
              <a:t>Kết nối nhiều bệnh viện khác nhau.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